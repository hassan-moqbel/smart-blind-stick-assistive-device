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jpg" ContentType="image/jpg"/>
  <Default Extension="xml" ContentType="application/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theme/theme2.xml" ContentType="application/vnd.openxmlformats-officedocument.them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s/slide13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32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tableStyles" Target="tableStyle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رأس الصفحة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عنصر نائب لتاريخ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49362-AA1E-4410-B804-550998096E5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عنصر نائب لصورة شريحة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عنصر نائب لملاحظات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6" name="عنصر نائب لحاشية سفلية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r-EG" altLang="en-US"/>
          </a:p>
        </p:txBody>
      </p:sp>
      <p:sp>
        <p:nvSpPr>
          <p:cNvPr id="7" name="عنصر نائب لرقم شريحة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9387C-6ECB-4D1B-BCBB-2B3007E53C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40E12D-5335-40CF-9FBF-2CB3D4896D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58C81E9-55D3-4D5C-9E61-59C72B63B6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73DE5E2-414E-4913-A9D3-B1CA96EDB6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2FF05DD-F9E4-409E-9E21-965CB418D0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0FFB5EE-DD43-418A-BFD9-26D25F775D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56F3B07-7EF9-458C-90C9-44DF629C4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480DF38-569B-44B0-B794-6E8C8D589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7E55AE4-FDB7-473F-9E97-0E176F3126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B0AA73F-5259-4383-8F71-3CB065DEE3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0737E67-2961-4113-8382-82D69649EB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847959F-3B00-445F-B1F4-BC9D4B113A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DCDC2F9-9BC3-499A-B057-EDD1C117BC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F155BCE-4DA3-4B20-8FEA-7A9160624C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F9F6BA6-4D7C-4844-90CB-B01EC240E4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A77CA94-5F7D-4F76-83D4-0518A888F3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70F5066-BBB1-4AC7-BD4B-DDA172CEE2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2BC7B6A-EDA4-4EED-9D56-B7AB97C9BD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2269DC3-1339-4317-BFA5-A9683F77A9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6DA4509-109E-4C84-B841-D98BD7CDE9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2F9416-F40A-4CF2-BCC1-8167944F0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شريحة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77AC9EE-63E7-4E55-9520-3275E81975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ال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وان فرعي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ar-EG" altLang="en-US"/>
              <a:t>انقر لتحرير نمط العنوان الفرعي للشريحة الرئيسية</a:t>
            </a:r>
          </a:p>
        </p:txBody>
      </p:sp>
      <p:sp>
        <p:nvSpPr>
          <p:cNvPr id="4" name="عنصر نائب لتاريخ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عنصر نائب لحاشية سفلية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6" name="عنصر نائب لرقم شريحة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محتوى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4" name="عنصر نائب لتاريخ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عنصر نائب لحاشية سفلية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6" name="عنصر نائب لرقم شريحة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رأس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EG" altLang="en-US"/>
              <a:t>انقر لتحرير أنماط نص الشريحة الرئيسية</a:t>
            </a:r>
          </a:p>
        </p:txBody>
      </p:sp>
      <p:sp>
        <p:nvSpPr>
          <p:cNvPr id="4" name="عنصر نائب لتاريخ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عنصر نائب لحاشية سفلية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6" name="عنصر نائب لرقم شريحة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محتوى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4" name="عنصر نائب لمحتوى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5" name="عنصر نائب لتاريخ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عنصر نائب لحاشية سفلية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7" name="عنصر نائب لرقم شريحة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EG" altLang="en-US"/>
              <a:t>انقر لتحرير أنماط نص الشريحة الرئيسية</a:t>
            </a:r>
          </a:p>
        </p:txBody>
      </p:sp>
      <p:sp>
        <p:nvSpPr>
          <p:cNvPr id="4" name="عنصر نائب لمحتوى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5" name="عنصر نائب لنص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EG" altLang="en-US"/>
              <a:t>انقر لتحرير أنماط نص الشريحة الرئيسية</a:t>
            </a:r>
          </a:p>
        </p:txBody>
      </p:sp>
      <p:sp>
        <p:nvSpPr>
          <p:cNvPr id="6" name="عنصر نائب لمحتوى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7" name="عنصر نائب لتاريخ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8" name="عنصر نائب لحاشية سفلية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9" name="عنصر نائب لرقم شريحة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تاريخ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عنصر نائب لحاشية سفلية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5" name="عنصر نائب لرقم شريحة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را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تاريخ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3" name="عنصر نائب لحاشية سفلية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4" name="عنصر نائب لرقم شريحة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محتوى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4" name="عنصر نائب لنص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EG" altLang="en-US"/>
              <a:t>انقر لتحرير أنماط نص الشريحة الرئيسية</a:t>
            </a:r>
          </a:p>
        </p:txBody>
      </p:sp>
      <p:sp>
        <p:nvSpPr>
          <p:cNvPr id="5" name="عنصر نائب لتاريخ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عنصر نائب لحاشية سفلية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7" name="عنصر نائب لرقم شريحة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صورة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ar-EG" altLang="en-US"/>
              <a:t>انقر على الأيقونة لإضافة صورة</a:t>
            </a:r>
          </a:p>
        </p:txBody>
      </p:sp>
      <p:sp>
        <p:nvSpPr>
          <p:cNvPr id="4" name="عنصر نائب لنص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EG" altLang="en-US"/>
              <a:t>انقر لتحرير أنماط نص الشريحة الرئيسية</a:t>
            </a:r>
          </a:p>
        </p:txBody>
      </p:sp>
      <p:sp>
        <p:nvSpPr>
          <p:cNvPr id="5" name="عنصر نائب لتاريخ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عنصر نائب لحاشية سفلية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7" name="عنصر نائب لرقم شريحة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رأس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نص رأسي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4" name="عنصر نائب لتاريخ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عنصر نائب لحاشية سفلية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6" name="عنصر نائب لرقم شريحة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رأسي ون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نص رأسي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4" name="عنصر نائب لتاريخ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عنصر نائب لحاشية سفلية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ar-EG" altLang="en-US"/>
          </a:p>
        </p:txBody>
      </p:sp>
      <p:sp>
        <p:nvSpPr>
          <p:cNvPr id="6" name="عنصر نائب لرقم شريحة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عنوان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EG" altLang="en-US"/>
              <a:t>انقر لتحرير نمط عنوان الشريحة الرئيسية</a:t>
            </a:r>
          </a:p>
        </p:txBody>
      </p:sp>
      <p:sp>
        <p:nvSpPr>
          <p:cNvPr id="3" name="عنصر نائب لنص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EG" altLang="en-US"/>
              <a:t>انقر لتحرير أنماط نص الشريحة الرئيسية</a:t>
            </a:r>
          </a:p>
          <a:p>
            <a:pPr lvl="1"/>
            <a:r>
              <a:rPr lang="ar-EG" altLang="en-US"/>
              <a:t>المستوى الثاني</a:t>
            </a:r>
          </a:p>
          <a:p>
            <a:pPr lvl="2"/>
            <a:r>
              <a:rPr lang="ar-EG" altLang="en-US"/>
              <a:t>المستوى الثالث</a:t>
            </a:r>
          </a:p>
          <a:p>
            <a:pPr lvl="3"/>
            <a:r>
              <a:rPr lang="ar-EG" altLang="en-US"/>
              <a:t>المستوى الرابع</a:t>
            </a:r>
          </a:p>
          <a:p>
            <a:pPr lvl="4"/>
            <a:r>
              <a:rPr lang="ar-EG" altLang="en-US"/>
              <a:t>المستوى الخامس</a:t>
            </a:r>
          </a:p>
        </p:txBody>
      </p:sp>
      <p:sp>
        <p:nvSpPr>
          <p:cNvPr id="4" name="عنصر نائب لتاريخ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عنصر نائب لحاشية سفلية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 altLang="en-US"/>
          </a:p>
        </p:txBody>
      </p:sp>
      <p:sp>
        <p:nvSpPr>
          <p:cNvPr id="6" name="عنصر نائب لرقم شريحة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67072"/>
            <a:ext cx="11935420" cy="6925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/>
          <a:tile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/>
          <a:tile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1096" y="-99627"/>
            <a:ext cx="11829155" cy="71607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7525" y="1152525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63130" y="1126558"/>
            <a:ext cx="6917829" cy="4638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افتراضي">
  <a:themeElements>
    <a:clrScheme name="المكت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المكتب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المكتب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</cp:revision>
  <dcterms:created xsi:type="dcterms:W3CDTF">2017-06-21T13:57:27Z</dcterms:created>
  <dcterms:modified xsi:type="dcterms:W3CDTF">2023-10-11T21:33:21Z</dcterms:modified>
</cp:coreProperties>
</file>